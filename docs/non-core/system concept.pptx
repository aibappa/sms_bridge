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s/slide1.xml" ContentType="application/vnd.openxmlformats-officedocument.presentationml.slide+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7" name="PlaceHolder 2"/>
          <p:cNvSpPr>
            <a:spLocks noGrp="1"/>
          </p:cNvSpPr>
          <p:nvPr>
            <p:ph type="subTitle"/>
          </p:nvPr>
        </p:nvSpPr>
        <p:spPr>
          <a:xfrm>
            <a:off x="360000" y="1080000"/>
            <a:ext cx="9360000" cy="3600000"/>
          </a:xfrm>
          <a:prstGeom prst="rect">
            <a:avLst/>
          </a:prstGeom>
        </p:spPr>
        <p:txBody>
          <a:bodyPr lIns="0" rIns="0" tIns="0" bIns="0" anchor="ctr">
            <a:noAutofit/>
          </a:bodyPr>
          <a:p>
            <a:pPr algn="ctr"/>
            <a:endParaRPr b="0" lang="en-GB" sz="3200" spc="-1" strike="noStrike">
              <a:highlight>
                <a:srgbClr val="ffffff"/>
              </a:highlight>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9" name="PlaceHolder 2"/>
          <p:cNvSpPr>
            <a:spLocks noGrp="1"/>
          </p:cNvSpPr>
          <p:nvPr>
            <p:ph type="body"/>
          </p:nvPr>
        </p:nvSpPr>
        <p:spPr>
          <a:xfrm>
            <a:off x="360000" y="1080000"/>
            <a:ext cx="9360000" cy="360000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11" name="PlaceHolder 2"/>
          <p:cNvSpPr>
            <a:spLocks noGrp="1"/>
          </p:cNvSpPr>
          <p:nvPr>
            <p:ph type="body"/>
          </p:nvPr>
        </p:nvSpPr>
        <p:spPr>
          <a:xfrm>
            <a:off x="36000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
        <p:nvSpPr>
          <p:cNvPr id="12" name="PlaceHolder 3"/>
          <p:cNvSpPr>
            <a:spLocks noGrp="1"/>
          </p:cNvSpPr>
          <p:nvPr>
            <p:ph type="body"/>
          </p:nvPr>
        </p:nvSpPr>
        <p:spPr>
          <a:xfrm>
            <a:off x="515592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360000" y="180000"/>
            <a:ext cx="9360000" cy="2217240"/>
          </a:xfrm>
          <a:prstGeom prst="rect">
            <a:avLst/>
          </a:prstGeom>
        </p:spPr>
        <p:txBody>
          <a:bodyPr lIns="0" rIns="0" tIns="0" bIns="0" anchor="ctr">
            <a:noAutofit/>
          </a:bodyPr>
          <a:p>
            <a:pPr algn="ctr"/>
            <a:endParaRPr b="0" lang="en-GB" sz="3200" spc="-1" strike="noStrike">
              <a:highlight>
                <a:srgbClr val="ffffff"/>
              </a:highlight>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16" name="PlaceHolder 2"/>
          <p:cNvSpPr>
            <a:spLocks noGrp="1"/>
          </p:cNvSpPr>
          <p:nvPr>
            <p:ph type="body"/>
          </p:nvPr>
        </p:nvSpPr>
        <p:spPr>
          <a:xfrm>
            <a:off x="36000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17" name="PlaceHolder 3"/>
          <p:cNvSpPr>
            <a:spLocks noGrp="1"/>
          </p:cNvSpPr>
          <p:nvPr>
            <p:ph type="body"/>
          </p:nvPr>
        </p:nvSpPr>
        <p:spPr>
          <a:xfrm>
            <a:off x="515592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
        <p:nvSpPr>
          <p:cNvPr id="18" name="PlaceHolder 4"/>
          <p:cNvSpPr>
            <a:spLocks noGrp="1"/>
          </p:cNvSpPr>
          <p:nvPr>
            <p:ph type="body"/>
          </p:nvPr>
        </p:nvSpPr>
        <p:spPr>
          <a:xfrm>
            <a:off x="36000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20" name="PlaceHolder 2"/>
          <p:cNvSpPr>
            <a:spLocks noGrp="1"/>
          </p:cNvSpPr>
          <p:nvPr>
            <p:ph type="body"/>
          </p:nvPr>
        </p:nvSpPr>
        <p:spPr>
          <a:xfrm>
            <a:off x="36000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
        <p:nvSpPr>
          <p:cNvPr id="21" name="PlaceHolder 3"/>
          <p:cNvSpPr>
            <a:spLocks noGrp="1"/>
          </p:cNvSpPr>
          <p:nvPr>
            <p:ph type="body"/>
          </p:nvPr>
        </p:nvSpPr>
        <p:spPr>
          <a:xfrm>
            <a:off x="515592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22" name="PlaceHolder 4"/>
          <p:cNvSpPr>
            <a:spLocks noGrp="1"/>
          </p:cNvSpPr>
          <p:nvPr>
            <p:ph type="body"/>
          </p:nvPr>
        </p:nvSpPr>
        <p:spPr>
          <a:xfrm>
            <a:off x="515592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24" name="PlaceHolder 2"/>
          <p:cNvSpPr>
            <a:spLocks noGrp="1"/>
          </p:cNvSpPr>
          <p:nvPr>
            <p:ph type="body"/>
          </p:nvPr>
        </p:nvSpPr>
        <p:spPr>
          <a:xfrm>
            <a:off x="36000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25" name="PlaceHolder 3"/>
          <p:cNvSpPr>
            <a:spLocks noGrp="1"/>
          </p:cNvSpPr>
          <p:nvPr>
            <p:ph type="body"/>
          </p:nvPr>
        </p:nvSpPr>
        <p:spPr>
          <a:xfrm>
            <a:off x="515592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26" name="PlaceHolder 4"/>
          <p:cNvSpPr>
            <a:spLocks noGrp="1"/>
          </p:cNvSpPr>
          <p:nvPr>
            <p:ph type="body"/>
          </p:nvPr>
        </p:nvSpPr>
        <p:spPr>
          <a:xfrm>
            <a:off x="360000" y="2960280"/>
            <a:ext cx="936000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28" name="PlaceHolder 2"/>
          <p:cNvSpPr>
            <a:spLocks noGrp="1"/>
          </p:cNvSpPr>
          <p:nvPr>
            <p:ph type="body"/>
          </p:nvPr>
        </p:nvSpPr>
        <p:spPr>
          <a:xfrm>
            <a:off x="360000" y="1080000"/>
            <a:ext cx="936000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29" name="PlaceHolder 3"/>
          <p:cNvSpPr>
            <a:spLocks noGrp="1"/>
          </p:cNvSpPr>
          <p:nvPr>
            <p:ph type="body"/>
          </p:nvPr>
        </p:nvSpPr>
        <p:spPr>
          <a:xfrm>
            <a:off x="360000" y="2960280"/>
            <a:ext cx="936000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31" name="PlaceHolder 2"/>
          <p:cNvSpPr>
            <a:spLocks noGrp="1"/>
          </p:cNvSpPr>
          <p:nvPr>
            <p:ph type="body"/>
          </p:nvPr>
        </p:nvSpPr>
        <p:spPr>
          <a:xfrm>
            <a:off x="36000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32" name="PlaceHolder 3"/>
          <p:cNvSpPr>
            <a:spLocks noGrp="1"/>
          </p:cNvSpPr>
          <p:nvPr>
            <p:ph type="body"/>
          </p:nvPr>
        </p:nvSpPr>
        <p:spPr>
          <a:xfrm>
            <a:off x="515592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33" name="PlaceHolder 4"/>
          <p:cNvSpPr>
            <a:spLocks noGrp="1"/>
          </p:cNvSpPr>
          <p:nvPr>
            <p:ph type="body"/>
          </p:nvPr>
        </p:nvSpPr>
        <p:spPr>
          <a:xfrm>
            <a:off x="36000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34" name="PlaceHolder 5"/>
          <p:cNvSpPr>
            <a:spLocks noGrp="1"/>
          </p:cNvSpPr>
          <p:nvPr>
            <p:ph type="body"/>
          </p:nvPr>
        </p:nvSpPr>
        <p:spPr>
          <a:xfrm>
            <a:off x="515592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36" name="PlaceHolder 2"/>
          <p:cNvSpPr>
            <a:spLocks noGrp="1"/>
          </p:cNvSpPr>
          <p:nvPr>
            <p:ph type="body"/>
          </p:nvPr>
        </p:nvSpPr>
        <p:spPr>
          <a:xfrm>
            <a:off x="360000" y="108000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37" name="PlaceHolder 3"/>
          <p:cNvSpPr>
            <a:spLocks noGrp="1"/>
          </p:cNvSpPr>
          <p:nvPr>
            <p:ph type="body"/>
          </p:nvPr>
        </p:nvSpPr>
        <p:spPr>
          <a:xfrm>
            <a:off x="3524760" y="108000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38" name="PlaceHolder 4"/>
          <p:cNvSpPr>
            <a:spLocks noGrp="1"/>
          </p:cNvSpPr>
          <p:nvPr>
            <p:ph type="body"/>
          </p:nvPr>
        </p:nvSpPr>
        <p:spPr>
          <a:xfrm>
            <a:off x="6689160" y="108000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39" name="PlaceHolder 5"/>
          <p:cNvSpPr>
            <a:spLocks noGrp="1"/>
          </p:cNvSpPr>
          <p:nvPr>
            <p:ph type="body"/>
          </p:nvPr>
        </p:nvSpPr>
        <p:spPr>
          <a:xfrm>
            <a:off x="360000" y="296028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40" name="PlaceHolder 6"/>
          <p:cNvSpPr>
            <a:spLocks noGrp="1"/>
          </p:cNvSpPr>
          <p:nvPr>
            <p:ph type="body"/>
          </p:nvPr>
        </p:nvSpPr>
        <p:spPr>
          <a:xfrm>
            <a:off x="3524760" y="296028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41" name="PlaceHolder 7"/>
          <p:cNvSpPr>
            <a:spLocks noGrp="1"/>
          </p:cNvSpPr>
          <p:nvPr>
            <p:ph type="body"/>
          </p:nvPr>
        </p:nvSpPr>
        <p:spPr>
          <a:xfrm>
            <a:off x="6689160" y="296028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50" name="PlaceHolder 2"/>
          <p:cNvSpPr>
            <a:spLocks noGrp="1"/>
          </p:cNvSpPr>
          <p:nvPr>
            <p:ph type="subTitle"/>
          </p:nvPr>
        </p:nvSpPr>
        <p:spPr>
          <a:xfrm>
            <a:off x="360000" y="1080000"/>
            <a:ext cx="9360000" cy="3600000"/>
          </a:xfrm>
          <a:prstGeom prst="rect">
            <a:avLst/>
          </a:prstGeom>
        </p:spPr>
        <p:txBody>
          <a:bodyPr lIns="0" rIns="0" tIns="0" bIns="0" anchor="ctr">
            <a:noAutofit/>
          </a:bodyPr>
          <a:p>
            <a:pPr algn="ctr"/>
            <a:endParaRPr b="0" lang="en-GB" sz="3200" spc="-1" strike="noStrike">
              <a:highlight>
                <a:srgbClr val="ffffff"/>
              </a:highlight>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52" name="PlaceHolder 2"/>
          <p:cNvSpPr>
            <a:spLocks noGrp="1"/>
          </p:cNvSpPr>
          <p:nvPr>
            <p:ph type="body"/>
          </p:nvPr>
        </p:nvSpPr>
        <p:spPr>
          <a:xfrm>
            <a:off x="360000" y="1080000"/>
            <a:ext cx="9360000" cy="360000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54" name="PlaceHolder 2"/>
          <p:cNvSpPr>
            <a:spLocks noGrp="1"/>
          </p:cNvSpPr>
          <p:nvPr>
            <p:ph type="body"/>
          </p:nvPr>
        </p:nvSpPr>
        <p:spPr>
          <a:xfrm>
            <a:off x="36000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
        <p:nvSpPr>
          <p:cNvPr id="55" name="PlaceHolder 3"/>
          <p:cNvSpPr>
            <a:spLocks noGrp="1"/>
          </p:cNvSpPr>
          <p:nvPr>
            <p:ph type="body"/>
          </p:nvPr>
        </p:nvSpPr>
        <p:spPr>
          <a:xfrm>
            <a:off x="515592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360000" y="180000"/>
            <a:ext cx="9360000" cy="2217240"/>
          </a:xfrm>
          <a:prstGeom prst="rect">
            <a:avLst/>
          </a:prstGeom>
        </p:spPr>
        <p:txBody>
          <a:bodyPr lIns="0" rIns="0" tIns="0" bIns="0" anchor="ctr">
            <a:noAutofit/>
          </a:bodyPr>
          <a:p>
            <a:pPr algn="ctr"/>
            <a:endParaRPr b="0" lang="en-GB" sz="3200" spc="-1" strike="noStrike">
              <a:highlight>
                <a:srgbClr val="ffffff"/>
              </a:highlight>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59" name="PlaceHolder 2"/>
          <p:cNvSpPr>
            <a:spLocks noGrp="1"/>
          </p:cNvSpPr>
          <p:nvPr>
            <p:ph type="body"/>
          </p:nvPr>
        </p:nvSpPr>
        <p:spPr>
          <a:xfrm>
            <a:off x="36000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60" name="PlaceHolder 3"/>
          <p:cNvSpPr>
            <a:spLocks noGrp="1"/>
          </p:cNvSpPr>
          <p:nvPr>
            <p:ph type="body"/>
          </p:nvPr>
        </p:nvSpPr>
        <p:spPr>
          <a:xfrm>
            <a:off x="515592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
        <p:nvSpPr>
          <p:cNvPr id="61" name="PlaceHolder 4"/>
          <p:cNvSpPr>
            <a:spLocks noGrp="1"/>
          </p:cNvSpPr>
          <p:nvPr>
            <p:ph type="body"/>
          </p:nvPr>
        </p:nvSpPr>
        <p:spPr>
          <a:xfrm>
            <a:off x="36000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63" name="PlaceHolder 2"/>
          <p:cNvSpPr>
            <a:spLocks noGrp="1"/>
          </p:cNvSpPr>
          <p:nvPr>
            <p:ph type="body"/>
          </p:nvPr>
        </p:nvSpPr>
        <p:spPr>
          <a:xfrm>
            <a:off x="360000" y="1080000"/>
            <a:ext cx="4567320" cy="3600000"/>
          </a:xfrm>
          <a:prstGeom prst="rect">
            <a:avLst/>
          </a:prstGeom>
        </p:spPr>
        <p:txBody>
          <a:bodyPr lIns="0" rIns="0" tIns="0" bIns="0">
            <a:noAutofit/>
          </a:bodyPr>
          <a:p>
            <a:endParaRPr b="0" lang="en-GB" sz="2400" spc="-1" strike="noStrike">
              <a:solidFill>
                <a:srgbClr val="009bdd"/>
              </a:solidFill>
              <a:latin typeface="Arial"/>
            </a:endParaRPr>
          </a:p>
        </p:txBody>
      </p:sp>
      <p:sp>
        <p:nvSpPr>
          <p:cNvPr id="64" name="PlaceHolder 3"/>
          <p:cNvSpPr>
            <a:spLocks noGrp="1"/>
          </p:cNvSpPr>
          <p:nvPr>
            <p:ph type="body"/>
          </p:nvPr>
        </p:nvSpPr>
        <p:spPr>
          <a:xfrm>
            <a:off x="515592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65" name="PlaceHolder 4"/>
          <p:cNvSpPr>
            <a:spLocks noGrp="1"/>
          </p:cNvSpPr>
          <p:nvPr>
            <p:ph type="body"/>
          </p:nvPr>
        </p:nvSpPr>
        <p:spPr>
          <a:xfrm>
            <a:off x="515592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67" name="PlaceHolder 2"/>
          <p:cNvSpPr>
            <a:spLocks noGrp="1"/>
          </p:cNvSpPr>
          <p:nvPr>
            <p:ph type="body"/>
          </p:nvPr>
        </p:nvSpPr>
        <p:spPr>
          <a:xfrm>
            <a:off x="36000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68" name="PlaceHolder 3"/>
          <p:cNvSpPr>
            <a:spLocks noGrp="1"/>
          </p:cNvSpPr>
          <p:nvPr>
            <p:ph type="body"/>
          </p:nvPr>
        </p:nvSpPr>
        <p:spPr>
          <a:xfrm>
            <a:off x="515592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69" name="PlaceHolder 4"/>
          <p:cNvSpPr>
            <a:spLocks noGrp="1"/>
          </p:cNvSpPr>
          <p:nvPr>
            <p:ph type="body"/>
          </p:nvPr>
        </p:nvSpPr>
        <p:spPr>
          <a:xfrm>
            <a:off x="360000" y="2960280"/>
            <a:ext cx="936000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71" name="PlaceHolder 2"/>
          <p:cNvSpPr>
            <a:spLocks noGrp="1"/>
          </p:cNvSpPr>
          <p:nvPr>
            <p:ph type="body"/>
          </p:nvPr>
        </p:nvSpPr>
        <p:spPr>
          <a:xfrm>
            <a:off x="360000" y="1080000"/>
            <a:ext cx="936000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72" name="PlaceHolder 3"/>
          <p:cNvSpPr>
            <a:spLocks noGrp="1"/>
          </p:cNvSpPr>
          <p:nvPr>
            <p:ph type="body"/>
          </p:nvPr>
        </p:nvSpPr>
        <p:spPr>
          <a:xfrm>
            <a:off x="360000" y="2960280"/>
            <a:ext cx="936000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74" name="PlaceHolder 2"/>
          <p:cNvSpPr>
            <a:spLocks noGrp="1"/>
          </p:cNvSpPr>
          <p:nvPr>
            <p:ph type="body"/>
          </p:nvPr>
        </p:nvSpPr>
        <p:spPr>
          <a:xfrm>
            <a:off x="36000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75" name="PlaceHolder 3"/>
          <p:cNvSpPr>
            <a:spLocks noGrp="1"/>
          </p:cNvSpPr>
          <p:nvPr>
            <p:ph type="body"/>
          </p:nvPr>
        </p:nvSpPr>
        <p:spPr>
          <a:xfrm>
            <a:off x="5155920" y="108000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76" name="PlaceHolder 4"/>
          <p:cNvSpPr>
            <a:spLocks noGrp="1"/>
          </p:cNvSpPr>
          <p:nvPr>
            <p:ph type="body"/>
          </p:nvPr>
        </p:nvSpPr>
        <p:spPr>
          <a:xfrm>
            <a:off x="36000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77" name="PlaceHolder 5"/>
          <p:cNvSpPr>
            <a:spLocks noGrp="1"/>
          </p:cNvSpPr>
          <p:nvPr>
            <p:ph type="body"/>
          </p:nvPr>
        </p:nvSpPr>
        <p:spPr>
          <a:xfrm>
            <a:off x="5155920" y="2960280"/>
            <a:ext cx="456732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360000" y="180000"/>
            <a:ext cx="9360000" cy="478080"/>
          </a:xfrm>
          <a:prstGeom prst="rect">
            <a:avLst/>
          </a:prstGeom>
        </p:spPr>
        <p:txBody>
          <a:bodyPr lIns="0" rIns="0" tIns="0" bIns="0" anchor="ctr">
            <a:noAutofit/>
          </a:bodyPr>
          <a:p>
            <a:pPr algn="ctr"/>
            <a:endParaRPr b="0" lang="en-GB" sz="3300" spc="-1" strike="noStrike">
              <a:solidFill>
                <a:srgbClr val="ffffff"/>
              </a:solidFill>
              <a:latin typeface="Arial"/>
            </a:endParaRPr>
          </a:p>
        </p:txBody>
      </p:sp>
      <p:sp>
        <p:nvSpPr>
          <p:cNvPr id="79" name="PlaceHolder 2"/>
          <p:cNvSpPr>
            <a:spLocks noGrp="1"/>
          </p:cNvSpPr>
          <p:nvPr>
            <p:ph type="body"/>
          </p:nvPr>
        </p:nvSpPr>
        <p:spPr>
          <a:xfrm>
            <a:off x="360000" y="108000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80" name="PlaceHolder 3"/>
          <p:cNvSpPr>
            <a:spLocks noGrp="1"/>
          </p:cNvSpPr>
          <p:nvPr>
            <p:ph type="body"/>
          </p:nvPr>
        </p:nvSpPr>
        <p:spPr>
          <a:xfrm>
            <a:off x="3524760" y="108000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81" name="PlaceHolder 4"/>
          <p:cNvSpPr>
            <a:spLocks noGrp="1"/>
          </p:cNvSpPr>
          <p:nvPr>
            <p:ph type="body"/>
          </p:nvPr>
        </p:nvSpPr>
        <p:spPr>
          <a:xfrm>
            <a:off x="6689160" y="108000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82" name="PlaceHolder 5"/>
          <p:cNvSpPr>
            <a:spLocks noGrp="1"/>
          </p:cNvSpPr>
          <p:nvPr>
            <p:ph type="body"/>
          </p:nvPr>
        </p:nvSpPr>
        <p:spPr>
          <a:xfrm>
            <a:off x="360000" y="296028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83" name="PlaceHolder 6"/>
          <p:cNvSpPr>
            <a:spLocks noGrp="1"/>
          </p:cNvSpPr>
          <p:nvPr>
            <p:ph type="body"/>
          </p:nvPr>
        </p:nvSpPr>
        <p:spPr>
          <a:xfrm>
            <a:off x="3524760" y="296028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
        <p:nvSpPr>
          <p:cNvPr id="84" name="PlaceHolder 7"/>
          <p:cNvSpPr>
            <a:spLocks noGrp="1"/>
          </p:cNvSpPr>
          <p:nvPr>
            <p:ph type="body"/>
          </p:nvPr>
        </p:nvSpPr>
        <p:spPr>
          <a:xfrm>
            <a:off x="6689160" y="2960280"/>
            <a:ext cx="3013560" cy="1716840"/>
          </a:xfrm>
          <a:prstGeom prst="rect">
            <a:avLst/>
          </a:prstGeom>
        </p:spPr>
        <p:txBody>
          <a:bodyPr lIns="0" rIns="0" tIns="0" bIns="0">
            <a:noAutofit/>
          </a:bodyPr>
          <a:p>
            <a:endParaRPr b="0" lang="en-GB" sz="2400" spc="-1" strike="noStrike">
              <a:solidFill>
                <a:srgbClr val="009bdd"/>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CustomShape 1"/>
          <p:cNvSpPr/>
          <p:nvPr/>
        </p:nvSpPr>
        <p:spPr>
          <a:xfrm flipH="1" flipV="1">
            <a:off x="0" y="4500000"/>
            <a:ext cx="10080000" cy="1170000"/>
          </a:xfrm>
          <a:prstGeom prst="flowChartDocument">
            <a:avLst/>
          </a:prstGeom>
          <a:gradFill rotWithShape="0">
            <a:gsLst>
              <a:gs pos="0">
                <a:srgbClr val="77caee"/>
              </a:gs>
              <a:gs pos="100000">
                <a:srgbClr val="009bdd"/>
              </a:gs>
            </a:gsLst>
            <a:lin ang="10800000"/>
          </a:gradFill>
          <a:ln w="18000">
            <a:noFill/>
          </a:ln>
          <a:effectLst>
            <a:outerShdw dist="10800" dir="5400000">
              <a:srgbClr val="009bdd"/>
            </a:outerShdw>
          </a:effectLst>
        </p:spPr>
        <p:style>
          <a:lnRef idx="0"/>
          <a:fillRef idx="0"/>
          <a:effectRef idx="0"/>
          <a:fontRef idx="minor"/>
        </p:style>
      </p:sp>
      <p:sp>
        <p:nvSpPr>
          <p:cNvPr id="1" name="PlaceHolder 2"/>
          <p:cNvSpPr>
            <a:spLocks noGrp="1"/>
          </p:cNvSpPr>
          <p:nvPr>
            <p:ph type="title"/>
          </p:nvPr>
        </p:nvSpPr>
        <p:spPr>
          <a:xfrm>
            <a:off x="0" y="1620000"/>
            <a:ext cx="9000000" cy="1080000"/>
          </a:xfrm>
          <a:prstGeom prst="rect">
            <a:avLst/>
          </a:prstGeom>
        </p:spPr>
        <p:txBody>
          <a:bodyPr lIns="0" rIns="0" tIns="0" bIns="0" anchor="ctr">
            <a:noAutofit/>
          </a:bodyPr>
          <a:p>
            <a:pPr algn="ctr"/>
            <a:r>
              <a:rPr b="0" lang="en-GB" sz="3300" spc="-1" strike="noStrike">
                <a:solidFill>
                  <a:srgbClr val="dd4100"/>
                </a:solidFill>
                <a:latin typeface="Arial"/>
              </a:rPr>
              <a:t>Click to edit the title text format</a:t>
            </a:r>
            <a:endParaRPr b="0" lang="en-GB" sz="3300" spc="-1" strike="noStrike">
              <a:solidFill>
                <a:srgbClr val="dd4100"/>
              </a:solidFill>
              <a:latin typeface="Arial"/>
            </a:endParaRPr>
          </a:p>
        </p:txBody>
      </p:sp>
      <p:sp>
        <p:nvSpPr>
          <p:cNvPr id="2" name="PlaceHolder 3"/>
          <p:cNvSpPr>
            <a:spLocks noGrp="1"/>
          </p:cNvSpPr>
          <p:nvPr>
            <p:ph type="body"/>
          </p:nvPr>
        </p:nvSpPr>
        <p:spPr>
          <a:xfrm>
            <a:off x="360000" y="2880000"/>
            <a:ext cx="9360000" cy="1620000"/>
          </a:xfrm>
          <a:prstGeom prst="rect">
            <a:avLst/>
          </a:prstGeom>
        </p:spPr>
        <p:txBody>
          <a:bodyPr lIns="0" rIns="0" tIns="0" bIns="0">
            <a:normAutofit fontScale="69000"/>
          </a:bodyPr>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Click to edit the outline text format</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Second Outline Level</a:t>
            </a:r>
            <a:endParaRPr b="0" lang="en-GB"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en-GB" sz="1800" spc="-1" strike="noStrike">
                <a:solidFill>
                  <a:srgbClr val="009bdd"/>
                </a:solidFill>
                <a:latin typeface="Arial"/>
              </a:rPr>
              <a:t>Third Outline Level</a:t>
            </a:r>
            <a:endParaRPr b="0" lang="en-GB"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en-GB" sz="1500" spc="-1" strike="noStrike">
                <a:solidFill>
                  <a:srgbClr val="009bdd"/>
                </a:solidFill>
                <a:latin typeface="Arial"/>
              </a:rPr>
              <a:t>Fourth Outline Level</a:t>
            </a:r>
            <a:endParaRPr b="0" lang="en-GB"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en-GB" sz="1500" spc="-1" strike="noStrike">
                <a:solidFill>
                  <a:srgbClr val="009bdd"/>
                </a:solidFill>
                <a:latin typeface="Arial"/>
              </a:rPr>
              <a:t>Fifth Outline Level</a:t>
            </a:r>
            <a:endParaRPr b="0" lang="en-GB"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en-GB" sz="1500" spc="-1" strike="noStrike">
                <a:solidFill>
                  <a:srgbClr val="009bdd"/>
                </a:solidFill>
                <a:latin typeface="Arial"/>
              </a:rPr>
              <a:t>Sixth Outline Level</a:t>
            </a:r>
            <a:endParaRPr b="0" lang="en-GB"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en-GB" sz="1500" spc="-1" strike="noStrike">
                <a:solidFill>
                  <a:srgbClr val="009bdd"/>
                </a:solidFill>
                <a:latin typeface="Arial"/>
              </a:rPr>
              <a:t>Seventh Outline Level</a:t>
            </a:r>
            <a:endParaRPr b="0" lang="en-GB" sz="1500" spc="-1" strike="noStrike">
              <a:solidFill>
                <a:srgbClr val="009bdd"/>
              </a:solidFill>
              <a:latin typeface="Arial"/>
            </a:endParaRPr>
          </a:p>
        </p:txBody>
      </p:sp>
      <p:sp>
        <p:nvSpPr>
          <p:cNvPr id="3" name="TextShape 4"/>
          <p:cNvSpPr txBox="1"/>
          <p:nvPr/>
        </p:nvSpPr>
        <p:spPr>
          <a:xfrm>
            <a:off x="360000" y="5220000"/>
            <a:ext cx="2340000" cy="360000"/>
          </a:xfrm>
          <a:prstGeom prst="rect">
            <a:avLst/>
          </a:prstGeom>
          <a:noFill/>
          <a:ln w="0">
            <a:noFill/>
          </a:ln>
        </p:spPr>
        <p:txBody>
          <a:bodyPr lIns="0" rIns="0" tIns="0" bIns="0">
            <a:noAutofit/>
          </a:bodyPr>
          <a:p>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4" name="TextShape 5"/>
          <p:cNvSpPr txBox="1"/>
          <p:nvPr/>
        </p:nvSpPr>
        <p:spPr>
          <a:xfrm>
            <a:off x="3420000" y="5220000"/>
            <a:ext cx="3240000" cy="360000"/>
          </a:xfrm>
          <a:prstGeom prst="rect">
            <a:avLst/>
          </a:prstGeom>
          <a:noFill/>
          <a:ln w="0">
            <a:noFill/>
          </a:ln>
        </p:spPr>
        <p:txBody>
          <a:bodyPr lIns="0" rIns="0" tIns="0" bIns="0">
            <a:noAutofit/>
          </a:bodyPr>
          <a:p>
            <a:pPr algn="ct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5" name="TextShape 6"/>
          <p:cNvSpPr txBox="1"/>
          <p:nvPr/>
        </p:nvSpPr>
        <p:spPr>
          <a:xfrm>
            <a:off x="7380000" y="5220000"/>
            <a:ext cx="2340000" cy="360000"/>
          </a:xfrm>
          <a:prstGeom prst="rect">
            <a:avLst/>
          </a:prstGeom>
          <a:noFill/>
          <a:ln w="0">
            <a:noFill/>
          </a:ln>
        </p:spPr>
        <p:txBody>
          <a:bodyPr lIns="0" rIns="0" tIns="0" bIns="0">
            <a:noAutofit/>
          </a:bodyPr>
          <a:p>
            <a:pPr algn="r"/>
            <a:fld id="{AD2CFD14-FA5E-48EB-967A-1888052ACAAC}"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CustomShape 1"/>
          <p:cNvSpPr/>
          <p:nvPr/>
        </p:nvSpPr>
        <p:spPr>
          <a:xfrm>
            <a:off x="0" y="0"/>
            <a:ext cx="10076760" cy="720000"/>
          </a:xfrm>
          <a:prstGeom prst="rect">
            <a:avLst/>
          </a:prstGeom>
          <a:gradFill rotWithShape="0">
            <a:gsLst>
              <a:gs pos="0">
                <a:srgbClr val="77caee"/>
              </a:gs>
              <a:gs pos="100000">
                <a:srgbClr val="009bdd"/>
              </a:gs>
            </a:gsLst>
            <a:lin ang="10800000"/>
          </a:gradFill>
          <a:ln w="18000">
            <a:noFill/>
          </a:ln>
          <a:effectLst>
            <a:outerShdw dist="10800" dir="5400000">
              <a:srgbClr val="009bdd"/>
            </a:outerShdw>
          </a:effectLst>
        </p:spPr>
        <p:style>
          <a:lnRef idx="0"/>
          <a:fillRef idx="0"/>
          <a:effectRef idx="0"/>
          <a:fontRef idx="minor"/>
        </p:style>
      </p:sp>
      <p:sp>
        <p:nvSpPr>
          <p:cNvPr id="43" name="CustomShape 2"/>
          <p:cNvSpPr/>
          <p:nvPr/>
        </p:nvSpPr>
        <p:spPr>
          <a:xfrm>
            <a:off x="3240" y="5040000"/>
            <a:ext cx="10076760" cy="631440"/>
          </a:xfrm>
          <a:prstGeom prst="rect">
            <a:avLst/>
          </a:prstGeom>
          <a:gradFill rotWithShape="0">
            <a:gsLst>
              <a:gs pos="0">
                <a:srgbClr val="77caee"/>
              </a:gs>
              <a:gs pos="100000">
                <a:srgbClr val="009bdd"/>
              </a:gs>
            </a:gsLst>
            <a:lin ang="10800000"/>
          </a:gradFill>
          <a:ln w="18000">
            <a:noFill/>
          </a:ln>
          <a:effectLst>
            <a:outerShdw dist="10800" dir="5400000">
              <a:srgbClr val="009bdd"/>
            </a:outerShdw>
          </a:effectLst>
        </p:spPr>
        <p:style>
          <a:lnRef idx="0"/>
          <a:fillRef idx="0"/>
          <a:effectRef idx="0"/>
          <a:fontRef idx="minor"/>
        </p:style>
      </p:sp>
      <p:sp>
        <p:nvSpPr>
          <p:cNvPr id="44" name="PlaceHolder 3"/>
          <p:cNvSpPr>
            <a:spLocks noGrp="1"/>
          </p:cNvSpPr>
          <p:nvPr>
            <p:ph type="title"/>
          </p:nvPr>
        </p:nvSpPr>
        <p:spPr>
          <a:xfrm>
            <a:off x="360000" y="180000"/>
            <a:ext cx="9360000" cy="478080"/>
          </a:xfrm>
          <a:prstGeom prst="rect">
            <a:avLst/>
          </a:prstGeom>
        </p:spPr>
        <p:txBody>
          <a:bodyPr lIns="0" rIns="0" tIns="0" bIns="0" anchor="ctr">
            <a:noAutofit/>
          </a:bodyPr>
          <a:p>
            <a:pPr algn="ctr"/>
            <a:r>
              <a:rPr b="0" lang="en-GB" sz="3300" spc="-1" strike="noStrike">
                <a:solidFill>
                  <a:srgbClr val="ffffff"/>
                </a:solidFill>
                <a:latin typeface="Arial"/>
              </a:rPr>
              <a:t>Click to edit the title text format</a:t>
            </a:r>
            <a:endParaRPr b="0" lang="en-GB" sz="3300" spc="-1" strike="noStrike">
              <a:solidFill>
                <a:srgbClr val="ffffff"/>
              </a:solidFill>
              <a:latin typeface="Arial"/>
            </a:endParaRPr>
          </a:p>
        </p:txBody>
      </p:sp>
      <p:sp>
        <p:nvSpPr>
          <p:cNvPr id="45" name="PlaceHolder 4"/>
          <p:cNvSpPr>
            <a:spLocks noGrp="1"/>
          </p:cNvSpPr>
          <p:nvPr>
            <p:ph type="body"/>
          </p:nvPr>
        </p:nvSpPr>
        <p:spPr>
          <a:xfrm>
            <a:off x="360000" y="1080000"/>
            <a:ext cx="9360000" cy="3600000"/>
          </a:xfrm>
          <a:prstGeom prst="rect">
            <a:avLst/>
          </a:prstGeom>
        </p:spPr>
        <p:txBody>
          <a:bodyPr lIns="0" rIns="0" tIns="0" bIns="0">
            <a:noAutofit/>
          </a:bodyPr>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Click to edit the outline text format</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Second Outline Level</a:t>
            </a:r>
            <a:endParaRPr b="0" lang="en-GB"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en-GB" sz="1800" spc="-1" strike="noStrike">
                <a:solidFill>
                  <a:srgbClr val="009bdd"/>
                </a:solidFill>
                <a:latin typeface="Arial"/>
              </a:rPr>
              <a:t>Third Outline Level</a:t>
            </a:r>
            <a:endParaRPr b="0" lang="en-GB"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en-GB" sz="1500" spc="-1" strike="noStrike">
                <a:solidFill>
                  <a:srgbClr val="009bdd"/>
                </a:solidFill>
                <a:latin typeface="Arial"/>
              </a:rPr>
              <a:t>Fourth Outline Level</a:t>
            </a:r>
            <a:endParaRPr b="0" lang="en-GB"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en-GB" sz="1500" spc="-1" strike="noStrike">
                <a:solidFill>
                  <a:srgbClr val="009bdd"/>
                </a:solidFill>
                <a:latin typeface="Arial"/>
              </a:rPr>
              <a:t>Fifth Outline Level</a:t>
            </a:r>
            <a:endParaRPr b="0" lang="en-GB"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en-GB" sz="1500" spc="-1" strike="noStrike">
                <a:solidFill>
                  <a:srgbClr val="009bdd"/>
                </a:solidFill>
                <a:latin typeface="Arial"/>
              </a:rPr>
              <a:t>Sixth Outline Level</a:t>
            </a:r>
            <a:endParaRPr b="0" lang="en-GB"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en-GB" sz="1500" spc="-1" strike="noStrike">
                <a:solidFill>
                  <a:srgbClr val="009bdd"/>
                </a:solidFill>
                <a:latin typeface="Arial"/>
              </a:rPr>
              <a:t>Seventh Outline Level</a:t>
            </a:r>
            <a:endParaRPr b="0" lang="en-GB" sz="1500" spc="-1" strike="noStrike">
              <a:solidFill>
                <a:srgbClr val="009bdd"/>
              </a:solidFill>
              <a:latin typeface="Arial"/>
            </a:endParaRPr>
          </a:p>
        </p:txBody>
      </p:sp>
      <p:sp>
        <p:nvSpPr>
          <p:cNvPr id="46" name="PlaceHolder 5"/>
          <p:cNvSpPr>
            <a:spLocks noGrp="1"/>
          </p:cNvSpPr>
          <p:nvPr>
            <p:ph type="dt"/>
          </p:nvPr>
        </p:nvSpPr>
        <p:spPr>
          <a:xfrm>
            <a:off x="360000" y="5220000"/>
            <a:ext cx="2340000" cy="360000"/>
          </a:xfrm>
          <a:prstGeom prst="rect">
            <a:avLst/>
          </a:prstGeom>
        </p:spPr>
        <p:txBody>
          <a:bodyPr lIns="0" rIns="0" tIns="0" bIns="0">
            <a:noAutofit/>
          </a:bodyPr>
          <a:p>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47" name="PlaceHolder 6"/>
          <p:cNvSpPr>
            <a:spLocks noGrp="1"/>
          </p:cNvSpPr>
          <p:nvPr>
            <p:ph type="ftr"/>
          </p:nvPr>
        </p:nvSpPr>
        <p:spPr>
          <a:xfrm>
            <a:off x="3420000" y="5220000"/>
            <a:ext cx="3240000" cy="360000"/>
          </a:xfrm>
          <a:prstGeom prst="rect">
            <a:avLst/>
          </a:prstGeom>
        </p:spPr>
        <p:txBody>
          <a:bodyPr lIns="0" rIns="0" tIns="0" bIns="0">
            <a:noAutofit/>
          </a:bodyPr>
          <a:p>
            <a:pPr algn="ct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48" name="PlaceHolder 7"/>
          <p:cNvSpPr>
            <a:spLocks noGrp="1"/>
          </p:cNvSpPr>
          <p:nvPr>
            <p:ph type="sldNum"/>
          </p:nvPr>
        </p:nvSpPr>
        <p:spPr>
          <a:xfrm>
            <a:off x="7380000" y="5220000"/>
            <a:ext cx="2340000" cy="360000"/>
          </a:xfrm>
          <a:prstGeom prst="rect">
            <a:avLst/>
          </a:prstGeom>
        </p:spPr>
        <p:txBody>
          <a:bodyPr lIns="0" rIns="0" tIns="0" bIns="0">
            <a:noAutofit/>
          </a:bodyPr>
          <a:p>
            <a:pPr algn="r"/>
            <a:fld id="{3A2C39E1-3E17-42F8-9E94-6DDE5CD0BDC7}"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Shape 1"/>
          <p:cNvSpPr txBox="1"/>
          <p:nvPr/>
        </p:nvSpPr>
        <p:spPr>
          <a:xfrm>
            <a:off x="0" y="1620000"/>
            <a:ext cx="9000000" cy="1080000"/>
          </a:xfrm>
          <a:prstGeom prst="rect">
            <a:avLst/>
          </a:prstGeom>
          <a:noFill/>
          <a:ln w="0">
            <a:noFill/>
          </a:ln>
        </p:spPr>
        <p:txBody>
          <a:bodyPr lIns="0" rIns="0" tIns="0" bIns="0" anchor="ctr">
            <a:noAutofit/>
          </a:bodyPr>
          <a:p>
            <a:pPr algn="ctr"/>
            <a:r>
              <a:rPr b="0" lang="en-GB" sz="3300" spc="-1" strike="noStrike">
                <a:solidFill>
                  <a:srgbClr val="dd4100"/>
                </a:solidFill>
                <a:latin typeface="Arial"/>
              </a:rPr>
              <a:t>System Concept – SMS_Bridge</a:t>
            </a:r>
            <a:br/>
            <a:endParaRPr b="0" lang="en-GB" sz="3300" spc="-1" strike="noStrike">
              <a:solidFill>
                <a:srgbClr val="dd41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Shape 1"/>
          <p:cNvSpPr txBox="1"/>
          <p:nvPr/>
        </p:nvSpPr>
        <p:spPr>
          <a:xfrm>
            <a:off x="360000" y="180000"/>
            <a:ext cx="9360000" cy="478080"/>
          </a:xfrm>
          <a:prstGeom prst="rect">
            <a:avLst/>
          </a:prstGeom>
          <a:noFill/>
          <a:ln w="0">
            <a:noFill/>
          </a:ln>
        </p:spPr>
        <p:txBody>
          <a:bodyPr lIns="0" rIns="0" tIns="0" bIns="0" anchor="ctr">
            <a:noAutofit/>
          </a:bodyPr>
          <a:p>
            <a:pPr algn="ctr"/>
            <a:r>
              <a:rPr b="0" lang="en-GB" sz="3300" spc="-1" strike="noStrike">
                <a:solidFill>
                  <a:srgbClr val="ffffff"/>
                </a:solidFill>
                <a:latin typeface="Arial"/>
              </a:rPr>
              <a:t>Concept System Layout</a:t>
            </a:r>
            <a:endParaRPr b="0" lang="en-GB" sz="3300" spc="-1" strike="noStrike">
              <a:solidFill>
                <a:srgbClr val="ffffff"/>
              </a:solidFill>
              <a:latin typeface="Arial"/>
            </a:endParaRPr>
          </a:p>
        </p:txBody>
      </p:sp>
      <p:sp>
        <p:nvSpPr>
          <p:cNvPr id="87" name="CustomShape 2"/>
          <p:cNvSpPr/>
          <p:nvPr/>
        </p:nvSpPr>
        <p:spPr>
          <a:xfrm>
            <a:off x="360000" y="1260000"/>
            <a:ext cx="720000" cy="108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pPr algn="ctr"/>
            <a:r>
              <a:rPr b="0" lang="en-GB" sz="1200" spc="-1" strike="noStrike">
                <a:latin typeface="Arial"/>
              </a:rPr>
              <a:t>User</a:t>
            </a:r>
            <a:endParaRPr b="0" lang="en-GB" sz="1200" spc="-1" strike="noStrike">
              <a:latin typeface="Arial"/>
            </a:endParaRPr>
          </a:p>
          <a:p>
            <a:pPr algn="ctr"/>
            <a:r>
              <a:rPr b="0" lang="en-GB" sz="1200" spc="-1" strike="noStrike">
                <a:latin typeface="Arial"/>
              </a:rPr>
              <a:t>Browser</a:t>
            </a:r>
            <a:endParaRPr b="0" lang="en-GB" sz="1200" spc="-1" strike="noStrike">
              <a:latin typeface="Arial"/>
            </a:endParaRPr>
          </a:p>
          <a:p>
            <a:pPr algn="ctr"/>
            <a:r>
              <a:rPr b="0" lang="en-GB" sz="1200" spc="-1" strike="noStrike">
                <a:latin typeface="Arial"/>
              </a:rPr>
              <a:t>Laptop/</a:t>
            </a:r>
            <a:endParaRPr b="0" lang="en-GB" sz="1200" spc="-1" strike="noStrike">
              <a:latin typeface="Arial"/>
            </a:endParaRPr>
          </a:p>
          <a:p>
            <a:pPr algn="ctr"/>
            <a:r>
              <a:rPr b="0" lang="en-GB" sz="1200" spc="-1" strike="noStrike">
                <a:latin typeface="Arial"/>
              </a:rPr>
              <a:t>Mobile</a:t>
            </a:r>
            <a:endParaRPr b="0" lang="en-GB" sz="1200" spc="-1" strike="noStrike">
              <a:latin typeface="Arial"/>
            </a:endParaRPr>
          </a:p>
        </p:txBody>
      </p:sp>
      <p:sp>
        <p:nvSpPr>
          <p:cNvPr id="88" name="CustomShape 3"/>
          <p:cNvSpPr/>
          <p:nvPr/>
        </p:nvSpPr>
        <p:spPr>
          <a:xfrm>
            <a:off x="4140000" y="3240000"/>
            <a:ext cx="1440000" cy="126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pPr algn="ctr"/>
            <a:r>
              <a:rPr b="0" lang="en-GB" sz="1200" spc="-1" strike="noStrike">
                <a:latin typeface="Arial"/>
              </a:rPr>
              <a:t>Application</a:t>
            </a:r>
            <a:endParaRPr b="0" lang="en-GB" sz="1200" spc="-1" strike="noStrike">
              <a:latin typeface="Arial"/>
            </a:endParaRPr>
          </a:p>
          <a:p>
            <a:pPr algn="ctr"/>
            <a:r>
              <a:rPr b="0" lang="en-GB" sz="1200" spc="-1" strike="noStrike">
                <a:latin typeface="Arial"/>
              </a:rPr>
              <a:t>Owner running</a:t>
            </a:r>
            <a:endParaRPr b="0" lang="en-GB" sz="1200" spc="-1" strike="noStrike">
              <a:latin typeface="Arial"/>
            </a:endParaRPr>
          </a:p>
          <a:p>
            <a:pPr algn="ctr"/>
            <a:r>
              <a:rPr b="0" lang="en-GB" sz="1200" spc="-1" strike="noStrike">
                <a:latin typeface="Arial"/>
              </a:rPr>
              <a:t>SMS Gateway </a:t>
            </a:r>
            <a:endParaRPr b="0" lang="en-GB" sz="1200" spc="-1" strike="noStrike">
              <a:latin typeface="Arial"/>
            </a:endParaRPr>
          </a:p>
          <a:p>
            <a:pPr algn="ctr"/>
            <a:r>
              <a:rPr b="0" lang="en-GB" sz="1200" spc="-1" strike="noStrike">
                <a:latin typeface="Arial"/>
              </a:rPr>
              <a:t>MQTT software</a:t>
            </a:r>
            <a:endParaRPr b="0" lang="en-GB" sz="1200" spc="-1" strike="noStrike">
              <a:latin typeface="Arial"/>
            </a:endParaRPr>
          </a:p>
          <a:p>
            <a:pPr algn="ctr"/>
            <a:r>
              <a:rPr b="0" lang="en-GB" sz="1200" spc="-1" strike="noStrike">
                <a:latin typeface="Arial"/>
              </a:rPr>
              <a:t> </a:t>
            </a:r>
            <a:r>
              <a:rPr b="0" lang="en-GB" sz="1200" spc="-1" strike="noStrike">
                <a:latin typeface="Arial"/>
              </a:rPr>
              <a:t>on</a:t>
            </a:r>
            <a:endParaRPr b="0" lang="en-GB" sz="1200" spc="-1" strike="noStrike">
              <a:latin typeface="Arial"/>
            </a:endParaRPr>
          </a:p>
          <a:p>
            <a:pPr algn="ctr"/>
            <a:r>
              <a:rPr b="0" lang="en-GB" sz="1200" spc="-1" strike="noStrike">
                <a:latin typeface="Arial"/>
              </a:rPr>
              <a:t>Android</a:t>
            </a:r>
            <a:endParaRPr b="0" lang="en-GB" sz="1200" spc="-1" strike="noStrike">
              <a:latin typeface="Arial"/>
            </a:endParaRPr>
          </a:p>
          <a:p>
            <a:pPr algn="ctr"/>
            <a:r>
              <a:rPr b="0" lang="en-GB" sz="1200" spc="-1" strike="noStrike">
                <a:latin typeface="Arial"/>
              </a:rPr>
              <a:t>Mobile – from Fdroid</a:t>
            </a:r>
            <a:endParaRPr b="0" lang="en-GB" sz="1200" spc="-1" strike="noStrike">
              <a:latin typeface="Arial"/>
            </a:endParaRPr>
          </a:p>
        </p:txBody>
      </p:sp>
      <p:sp>
        <p:nvSpPr>
          <p:cNvPr id="89" name="CustomShape 4"/>
          <p:cNvSpPr/>
          <p:nvPr/>
        </p:nvSpPr>
        <p:spPr>
          <a:xfrm>
            <a:off x="4320000" y="1260000"/>
            <a:ext cx="1080000" cy="108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pPr algn="ctr"/>
            <a:r>
              <a:rPr b="0" lang="en-GB" sz="1200" spc="-1" strike="noStrike">
                <a:latin typeface="Arial"/>
              </a:rPr>
              <a:t>Cloudflare</a:t>
            </a:r>
            <a:endParaRPr b="0" lang="en-GB" sz="1200" spc="-1" strike="noStrike">
              <a:latin typeface="Arial"/>
            </a:endParaRPr>
          </a:p>
          <a:p>
            <a:pPr algn="ctr"/>
            <a:r>
              <a:rPr b="0" lang="en-GB" sz="1200" spc="-1" strike="noStrike">
                <a:latin typeface="Arial"/>
              </a:rPr>
              <a:t>Hosted</a:t>
            </a:r>
            <a:endParaRPr b="0" lang="en-GB" sz="1200" spc="-1" strike="noStrike">
              <a:latin typeface="Arial"/>
            </a:endParaRPr>
          </a:p>
          <a:p>
            <a:pPr algn="ctr"/>
            <a:r>
              <a:rPr b="0" lang="en-GB" sz="1200" spc="-1" strike="noStrike">
                <a:latin typeface="Arial"/>
              </a:rPr>
              <a:t>Application</a:t>
            </a:r>
            <a:endParaRPr b="0" lang="en-GB" sz="1200" spc="-1" strike="noStrike">
              <a:latin typeface="Arial"/>
            </a:endParaRPr>
          </a:p>
          <a:p>
            <a:pPr algn="ctr"/>
            <a:r>
              <a:rPr b="0" lang="en-GB" sz="1200" spc="-1" strike="noStrike">
                <a:latin typeface="Arial"/>
              </a:rPr>
              <a:t>Onboarding</a:t>
            </a:r>
            <a:endParaRPr b="0" lang="en-GB" sz="1200" spc="-1" strike="noStrike">
              <a:latin typeface="Arial"/>
            </a:endParaRPr>
          </a:p>
          <a:p>
            <a:pPr algn="ctr"/>
            <a:r>
              <a:rPr b="0" lang="en-GB" sz="1200" spc="-1" strike="noStrike">
                <a:latin typeface="Arial"/>
              </a:rPr>
              <a:t>UI</a:t>
            </a:r>
            <a:endParaRPr b="0" lang="en-GB" sz="1200" spc="-1" strike="noStrike">
              <a:latin typeface="Arial"/>
            </a:endParaRPr>
          </a:p>
        </p:txBody>
      </p:sp>
      <p:sp>
        <p:nvSpPr>
          <p:cNvPr id="90" name="CustomShape 5"/>
          <p:cNvSpPr/>
          <p:nvPr/>
        </p:nvSpPr>
        <p:spPr>
          <a:xfrm>
            <a:off x="7380000" y="1260000"/>
            <a:ext cx="1080000" cy="108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pPr algn="ctr"/>
            <a:r>
              <a:rPr b="0" lang="en-GB" sz="1200" spc="-1" strike="noStrike">
                <a:latin typeface="Arial"/>
              </a:rPr>
              <a:t>Cloudflare</a:t>
            </a:r>
            <a:endParaRPr b="0" lang="en-GB" sz="1200" spc="-1" strike="noStrike">
              <a:latin typeface="Arial"/>
            </a:endParaRPr>
          </a:p>
          <a:p>
            <a:pPr algn="ctr"/>
            <a:r>
              <a:rPr b="0" lang="en-GB" sz="1200" spc="-1" strike="noStrike">
                <a:latin typeface="Arial"/>
              </a:rPr>
              <a:t>Hosted</a:t>
            </a:r>
            <a:endParaRPr b="0" lang="en-GB" sz="1200" spc="-1" strike="noStrike">
              <a:latin typeface="Arial"/>
            </a:endParaRPr>
          </a:p>
          <a:p>
            <a:pPr algn="ctr"/>
            <a:r>
              <a:rPr b="0" lang="en-GB" sz="1200" spc="-1" strike="noStrike">
                <a:latin typeface="Arial"/>
              </a:rPr>
              <a:t>Application</a:t>
            </a:r>
            <a:endParaRPr b="0" lang="en-GB" sz="1200" spc="-1" strike="noStrike">
              <a:latin typeface="Arial"/>
            </a:endParaRPr>
          </a:p>
          <a:p>
            <a:pPr algn="ctr"/>
            <a:r>
              <a:rPr b="0" lang="en-GB" sz="1200" spc="-1" strike="noStrike">
                <a:latin typeface="Arial"/>
              </a:rPr>
              <a:t>Onboarding</a:t>
            </a:r>
            <a:endParaRPr b="0" lang="en-GB" sz="1200" spc="-1" strike="noStrike">
              <a:latin typeface="Arial"/>
            </a:endParaRPr>
          </a:p>
          <a:p>
            <a:pPr algn="ctr"/>
            <a:r>
              <a:rPr b="0" lang="en-GB" sz="1200" spc="-1" strike="noStrike">
                <a:latin typeface="Arial"/>
              </a:rPr>
              <a:t>Database</a:t>
            </a:r>
            <a:endParaRPr b="0" lang="en-GB" sz="1200" spc="-1" strike="noStrike">
              <a:latin typeface="Arial"/>
            </a:endParaRPr>
          </a:p>
        </p:txBody>
      </p:sp>
      <p:sp>
        <p:nvSpPr>
          <p:cNvPr id="91" name="CustomShape 6"/>
          <p:cNvSpPr/>
          <p:nvPr/>
        </p:nvSpPr>
        <p:spPr>
          <a:xfrm>
            <a:off x="5940000" y="1260000"/>
            <a:ext cx="1080000" cy="108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pPr algn="ctr"/>
            <a:r>
              <a:rPr b="0" lang="en-GB" sz="1200" spc="-1" strike="noStrike">
                <a:latin typeface="Arial"/>
              </a:rPr>
              <a:t>Cloudflare</a:t>
            </a:r>
            <a:endParaRPr b="0" lang="en-GB" sz="1200" spc="-1" strike="noStrike">
              <a:latin typeface="Arial"/>
            </a:endParaRPr>
          </a:p>
          <a:p>
            <a:pPr algn="ctr"/>
            <a:r>
              <a:rPr b="0" lang="en-GB" sz="1200" spc="-1" strike="noStrike">
                <a:latin typeface="Arial"/>
              </a:rPr>
              <a:t>Hono </a:t>
            </a:r>
            <a:endParaRPr b="0" lang="en-GB" sz="1200" spc="-1" strike="noStrike">
              <a:latin typeface="Arial"/>
            </a:endParaRPr>
          </a:p>
          <a:p>
            <a:pPr algn="ctr"/>
            <a:r>
              <a:rPr b="0" lang="en-GB" sz="1200" spc="-1" strike="noStrike">
                <a:latin typeface="Arial"/>
              </a:rPr>
              <a:t>Backend</a:t>
            </a:r>
            <a:endParaRPr b="0" lang="en-GB" sz="1200" spc="-1" strike="noStrike">
              <a:latin typeface="Arial"/>
            </a:endParaRPr>
          </a:p>
        </p:txBody>
      </p:sp>
      <p:sp>
        <p:nvSpPr>
          <p:cNvPr id="92" name="CustomShape 7"/>
          <p:cNvSpPr/>
          <p:nvPr/>
        </p:nvSpPr>
        <p:spPr>
          <a:xfrm>
            <a:off x="5940000" y="3240000"/>
            <a:ext cx="1440000" cy="126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pPr algn="ctr"/>
            <a:r>
              <a:rPr b="0" lang="en-GB" sz="1200" spc="-1" strike="noStrike">
                <a:latin typeface="Arial"/>
              </a:rPr>
              <a:t>Application</a:t>
            </a:r>
            <a:endParaRPr b="0" lang="en-GB" sz="1200" spc="-1" strike="noStrike">
              <a:latin typeface="Arial"/>
            </a:endParaRPr>
          </a:p>
          <a:p>
            <a:pPr algn="ctr"/>
            <a:r>
              <a:rPr b="0" lang="en-GB" sz="1200" spc="-1" strike="noStrike">
                <a:latin typeface="Arial"/>
              </a:rPr>
              <a:t>Owner running</a:t>
            </a:r>
            <a:endParaRPr b="0" lang="en-GB" sz="1200" spc="-1" strike="noStrike">
              <a:latin typeface="Arial"/>
            </a:endParaRPr>
          </a:p>
          <a:p>
            <a:pPr algn="ctr"/>
            <a:r>
              <a:rPr b="0" lang="en-GB" sz="1200" spc="-1" strike="noStrike">
                <a:latin typeface="Arial"/>
              </a:rPr>
              <a:t>SMS_Bridge</a:t>
            </a:r>
            <a:endParaRPr b="0" lang="en-GB" sz="1200" spc="-1" strike="noStrike">
              <a:latin typeface="Arial"/>
            </a:endParaRPr>
          </a:p>
          <a:p>
            <a:pPr algn="ctr"/>
            <a:r>
              <a:rPr b="0" lang="en-GB" sz="1200" spc="-1" strike="noStrike">
                <a:latin typeface="Arial"/>
              </a:rPr>
              <a:t>software</a:t>
            </a:r>
            <a:endParaRPr b="0" lang="en-GB" sz="1200" spc="-1" strike="noStrike">
              <a:latin typeface="Arial"/>
            </a:endParaRPr>
          </a:p>
          <a:p>
            <a:pPr algn="ctr"/>
            <a:r>
              <a:rPr b="0" lang="en-GB" sz="1200" spc="-1" strike="noStrike">
                <a:latin typeface="Arial"/>
              </a:rPr>
              <a:t> </a:t>
            </a:r>
            <a:r>
              <a:rPr b="0" lang="en-GB" sz="1200" spc="-1" strike="noStrike">
                <a:latin typeface="Arial"/>
              </a:rPr>
              <a:t>on</a:t>
            </a:r>
            <a:endParaRPr b="0" lang="en-GB" sz="1200" spc="-1" strike="noStrike">
              <a:latin typeface="Arial"/>
            </a:endParaRPr>
          </a:p>
          <a:p>
            <a:pPr algn="ctr"/>
            <a:r>
              <a:rPr b="0" lang="en-GB" sz="1200" spc="-1" strike="noStrike">
                <a:latin typeface="Arial"/>
              </a:rPr>
              <a:t>Laptop/Desktop/Pi</a:t>
            </a:r>
            <a:endParaRPr b="0" lang="en-GB" sz="1200" spc="-1" strike="noStrike">
              <a:latin typeface="Arial"/>
            </a:endParaRPr>
          </a:p>
        </p:txBody>
      </p:sp>
      <p:sp>
        <p:nvSpPr>
          <p:cNvPr id="93" name="Line 8"/>
          <p:cNvSpPr/>
          <p:nvPr/>
        </p:nvSpPr>
        <p:spPr>
          <a:xfrm>
            <a:off x="1080000" y="1440000"/>
            <a:ext cx="3240000" cy="0"/>
          </a:xfrm>
          <a:prstGeom prst="line">
            <a:avLst/>
          </a:prstGeom>
          <a:ln w="18000">
            <a:solidFill>
              <a:srgbClr val="009bdd"/>
            </a:solidFill>
            <a:round/>
            <a:tailEnd len="med" type="triangle" w="med"/>
          </a:ln>
        </p:spPr>
        <p:style>
          <a:lnRef idx="0"/>
          <a:fillRef idx="0"/>
          <a:effectRef idx="0"/>
          <a:fontRef idx="minor"/>
        </p:style>
      </p:sp>
      <p:sp>
        <p:nvSpPr>
          <p:cNvPr id="94" name="TextShape 9"/>
          <p:cNvSpPr txBox="1"/>
          <p:nvPr/>
        </p:nvSpPr>
        <p:spPr>
          <a:xfrm>
            <a:off x="1260000" y="1235160"/>
            <a:ext cx="1928880" cy="204840"/>
          </a:xfrm>
          <a:prstGeom prst="rect">
            <a:avLst/>
          </a:prstGeom>
          <a:noFill/>
          <a:ln w="18000">
            <a:noFill/>
          </a:ln>
        </p:spPr>
        <p:txBody>
          <a:bodyPr lIns="90000" rIns="90000" tIns="45000" bIns="45000">
            <a:noAutofit/>
          </a:bodyPr>
          <a:p>
            <a:r>
              <a:rPr b="0" lang="en-GB" sz="800" spc="-1" strike="noStrike">
                <a:latin typeface="Arial"/>
              </a:rPr>
              <a:t>1.User adds mobile number to validate</a:t>
            </a:r>
            <a:endParaRPr b="0" lang="en-GB" sz="800" spc="-1" strike="noStrike">
              <a:latin typeface="Arial"/>
            </a:endParaRPr>
          </a:p>
        </p:txBody>
      </p:sp>
      <p:sp>
        <p:nvSpPr>
          <p:cNvPr id="95" name="Line 10"/>
          <p:cNvSpPr/>
          <p:nvPr/>
        </p:nvSpPr>
        <p:spPr>
          <a:xfrm>
            <a:off x="5400000" y="1440000"/>
            <a:ext cx="540000" cy="0"/>
          </a:xfrm>
          <a:prstGeom prst="line">
            <a:avLst/>
          </a:prstGeom>
          <a:ln w="18000">
            <a:solidFill>
              <a:srgbClr val="009bdd"/>
            </a:solidFill>
            <a:round/>
            <a:tailEnd len="med" type="triangle" w="med"/>
          </a:ln>
        </p:spPr>
        <p:style>
          <a:lnRef idx="0"/>
          <a:fillRef idx="0"/>
          <a:effectRef idx="0"/>
          <a:fontRef idx="minor"/>
        </p:style>
      </p:sp>
      <p:sp>
        <p:nvSpPr>
          <p:cNvPr id="96" name="Line 11"/>
          <p:cNvSpPr/>
          <p:nvPr/>
        </p:nvSpPr>
        <p:spPr>
          <a:xfrm>
            <a:off x="7020000" y="1440000"/>
            <a:ext cx="360000" cy="0"/>
          </a:xfrm>
          <a:prstGeom prst="line">
            <a:avLst/>
          </a:prstGeom>
          <a:ln w="18000">
            <a:solidFill>
              <a:srgbClr val="009bdd"/>
            </a:solidFill>
            <a:round/>
            <a:tailEnd len="med" type="triangle" w="med"/>
          </a:ln>
        </p:spPr>
        <p:style>
          <a:lnRef idx="0"/>
          <a:fillRef idx="0"/>
          <a:effectRef idx="0"/>
          <a:fontRef idx="minor"/>
        </p:style>
      </p:sp>
      <p:sp>
        <p:nvSpPr>
          <p:cNvPr id="97" name="Line 12"/>
          <p:cNvSpPr/>
          <p:nvPr/>
        </p:nvSpPr>
        <p:spPr>
          <a:xfrm>
            <a:off x="6840000" y="2340000"/>
            <a:ext cx="0" cy="900000"/>
          </a:xfrm>
          <a:prstGeom prst="line">
            <a:avLst/>
          </a:prstGeom>
          <a:ln w="18000">
            <a:solidFill>
              <a:srgbClr val="009bdd"/>
            </a:solidFill>
            <a:round/>
            <a:tailEnd len="med" type="triangle" w="med"/>
          </a:ln>
        </p:spPr>
        <p:style>
          <a:lnRef idx="0"/>
          <a:fillRef idx="0"/>
          <a:effectRef idx="0"/>
          <a:fontRef idx="minor"/>
        </p:style>
      </p:sp>
      <p:sp>
        <p:nvSpPr>
          <p:cNvPr id="98" name="TextShape 13"/>
          <p:cNvSpPr txBox="1"/>
          <p:nvPr/>
        </p:nvSpPr>
        <p:spPr>
          <a:xfrm>
            <a:off x="5344920" y="1260000"/>
            <a:ext cx="566280" cy="204840"/>
          </a:xfrm>
          <a:prstGeom prst="rect">
            <a:avLst/>
          </a:prstGeom>
          <a:noFill/>
          <a:ln w="18000">
            <a:noFill/>
          </a:ln>
        </p:spPr>
        <p:txBody>
          <a:bodyPr lIns="90000" rIns="90000" tIns="45000" bIns="45000">
            <a:noAutofit/>
          </a:bodyPr>
          <a:p>
            <a:r>
              <a:rPr b="0" lang="en-GB" sz="800" spc="-1" strike="noStrike">
                <a:latin typeface="Arial"/>
              </a:rPr>
              <a:t>2.mobile</a:t>
            </a:r>
            <a:endParaRPr b="0" lang="en-GB" sz="800" spc="-1" strike="noStrike">
              <a:latin typeface="Arial"/>
            </a:endParaRPr>
          </a:p>
        </p:txBody>
      </p:sp>
      <p:sp>
        <p:nvSpPr>
          <p:cNvPr id="99" name="TextShape 14"/>
          <p:cNvSpPr txBox="1"/>
          <p:nvPr/>
        </p:nvSpPr>
        <p:spPr>
          <a:xfrm>
            <a:off x="6941520" y="1235160"/>
            <a:ext cx="566280" cy="204840"/>
          </a:xfrm>
          <a:prstGeom prst="rect">
            <a:avLst/>
          </a:prstGeom>
          <a:noFill/>
          <a:ln w="18000">
            <a:noFill/>
          </a:ln>
        </p:spPr>
        <p:txBody>
          <a:bodyPr lIns="90000" rIns="90000" tIns="45000" bIns="45000">
            <a:noAutofit/>
          </a:bodyPr>
          <a:p>
            <a:r>
              <a:rPr b="0" lang="en-GB" sz="800" spc="-1" strike="noStrike">
                <a:latin typeface="Arial"/>
              </a:rPr>
              <a:t>3.mobile</a:t>
            </a:r>
            <a:endParaRPr b="0" lang="en-GB" sz="800" spc="-1" strike="noStrike">
              <a:latin typeface="Arial"/>
            </a:endParaRPr>
          </a:p>
        </p:txBody>
      </p:sp>
      <p:sp>
        <p:nvSpPr>
          <p:cNvPr id="100" name="TextShape 15"/>
          <p:cNvSpPr txBox="1"/>
          <p:nvPr/>
        </p:nvSpPr>
        <p:spPr>
          <a:xfrm>
            <a:off x="6813000" y="2959200"/>
            <a:ext cx="566280" cy="204840"/>
          </a:xfrm>
          <a:prstGeom prst="rect">
            <a:avLst/>
          </a:prstGeom>
          <a:noFill/>
          <a:ln w="18000">
            <a:noFill/>
          </a:ln>
        </p:spPr>
        <p:txBody>
          <a:bodyPr lIns="90000" rIns="90000" tIns="45000" bIns="45000">
            <a:noAutofit/>
          </a:bodyPr>
          <a:p>
            <a:r>
              <a:rPr b="0" lang="en-GB" sz="800" spc="-1" strike="noStrike">
                <a:latin typeface="Arial"/>
              </a:rPr>
              <a:t>4.mobile</a:t>
            </a:r>
            <a:endParaRPr b="0" lang="en-GB" sz="800" spc="-1" strike="noStrike">
              <a:latin typeface="Arial"/>
            </a:endParaRPr>
          </a:p>
        </p:txBody>
      </p:sp>
      <p:sp>
        <p:nvSpPr>
          <p:cNvPr id="101" name="Line 16"/>
          <p:cNvSpPr/>
          <p:nvPr/>
        </p:nvSpPr>
        <p:spPr>
          <a:xfrm flipV="1">
            <a:off x="6660000" y="2340000"/>
            <a:ext cx="0" cy="900000"/>
          </a:xfrm>
          <a:prstGeom prst="line">
            <a:avLst/>
          </a:prstGeom>
          <a:ln w="18000">
            <a:solidFill>
              <a:srgbClr val="009bdd"/>
            </a:solidFill>
            <a:round/>
            <a:tailEnd len="med" type="triangle" w="med"/>
          </a:ln>
        </p:spPr>
        <p:style>
          <a:lnRef idx="0"/>
          <a:fillRef idx="0"/>
          <a:effectRef idx="0"/>
          <a:fontRef idx="minor"/>
        </p:style>
      </p:sp>
      <p:sp>
        <p:nvSpPr>
          <p:cNvPr id="102" name="TextShape 17"/>
          <p:cNvSpPr txBox="1"/>
          <p:nvPr/>
        </p:nvSpPr>
        <p:spPr>
          <a:xfrm>
            <a:off x="6258240" y="2495160"/>
            <a:ext cx="651600" cy="204840"/>
          </a:xfrm>
          <a:prstGeom prst="rect">
            <a:avLst/>
          </a:prstGeom>
          <a:noFill/>
          <a:ln w="18000">
            <a:noFill/>
          </a:ln>
        </p:spPr>
        <p:txBody>
          <a:bodyPr lIns="90000" rIns="90000" tIns="45000" bIns="45000">
            <a:noAutofit/>
          </a:bodyPr>
          <a:p>
            <a:r>
              <a:rPr b="0" lang="en-GB" sz="800" spc="-1" strike="noStrike">
                <a:latin typeface="Arial"/>
              </a:rPr>
              <a:t>5.uv_hash</a:t>
            </a:r>
            <a:endParaRPr b="0" lang="en-GB" sz="800" spc="-1" strike="noStrike">
              <a:latin typeface="Arial"/>
            </a:endParaRPr>
          </a:p>
        </p:txBody>
      </p:sp>
      <p:sp>
        <p:nvSpPr>
          <p:cNvPr id="103" name="Line 18"/>
          <p:cNvSpPr/>
          <p:nvPr/>
        </p:nvSpPr>
        <p:spPr>
          <a:xfrm flipH="1">
            <a:off x="5400000" y="1620000"/>
            <a:ext cx="540000" cy="0"/>
          </a:xfrm>
          <a:prstGeom prst="line">
            <a:avLst/>
          </a:prstGeom>
          <a:ln w="18000">
            <a:solidFill>
              <a:srgbClr val="009bdd"/>
            </a:solidFill>
            <a:round/>
            <a:tailEnd len="med" type="triangle" w="med"/>
          </a:ln>
        </p:spPr>
        <p:style>
          <a:lnRef idx="0"/>
          <a:fillRef idx="0"/>
          <a:effectRef idx="0"/>
          <a:fontRef idx="minor"/>
        </p:style>
      </p:sp>
      <p:sp>
        <p:nvSpPr>
          <p:cNvPr id="104" name="TextShape 19"/>
          <p:cNvSpPr txBox="1"/>
          <p:nvPr/>
        </p:nvSpPr>
        <p:spPr>
          <a:xfrm>
            <a:off x="5400000" y="1620000"/>
            <a:ext cx="651600" cy="204840"/>
          </a:xfrm>
          <a:prstGeom prst="rect">
            <a:avLst/>
          </a:prstGeom>
          <a:noFill/>
          <a:ln w="18000">
            <a:noFill/>
          </a:ln>
        </p:spPr>
        <p:txBody>
          <a:bodyPr lIns="90000" rIns="90000" tIns="45000" bIns="45000">
            <a:noAutofit/>
          </a:bodyPr>
          <a:p>
            <a:r>
              <a:rPr b="0" lang="en-GB" sz="800" spc="-1" strike="noStrike">
                <a:latin typeface="Arial"/>
              </a:rPr>
              <a:t>6.uv_hash</a:t>
            </a:r>
            <a:endParaRPr b="0" lang="en-GB" sz="800" spc="-1" strike="noStrike">
              <a:latin typeface="Arial"/>
            </a:endParaRPr>
          </a:p>
        </p:txBody>
      </p:sp>
      <p:sp>
        <p:nvSpPr>
          <p:cNvPr id="105" name="Line 20"/>
          <p:cNvSpPr/>
          <p:nvPr/>
        </p:nvSpPr>
        <p:spPr>
          <a:xfrm flipH="1">
            <a:off x="1080000" y="1620000"/>
            <a:ext cx="3240000" cy="0"/>
          </a:xfrm>
          <a:prstGeom prst="line">
            <a:avLst/>
          </a:prstGeom>
          <a:ln w="18000">
            <a:solidFill>
              <a:srgbClr val="009bdd"/>
            </a:solidFill>
            <a:round/>
            <a:tailEnd len="med" type="triangle" w="med"/>
          </a:ln>
        </p:spPr>
        <p:style>
          <a:lnRef idx="0"/>
          <a:fillRef idx="0"/>
          <a:effectRef idx="0"/>
          <a:fontRef idx="minor"/>
        </p:style>
      </p:sp>
      <p:sp>
        <p:nvSpPr>
          <p:cNvPr id="106" name="TextShape 21"/>
          <p:cNvSpPr txBox="1"/>
          <p:nvPr/>
        </p:nvSpPr>
        <p:spPr>
          <a:xfrm>
            <a:off x="1938240" y="1620000"/>
            <a:ext cx="651600" cy="204840"/>
          </a:xfrm>
          <a:prstGeom prst="rect">
            <a:avLst/>
          </a:prstGeom>
          <a:noFill/>
          <a:ln w="18000">
            <a:noFill/>
          </a:ln>
        </p:spPr>
        <p:txBody>
          <a:bodyPr lIns="90000" rIns="90000" tIns="45000" bIns="45000">
            <a:noAutofit/>
          </a:bodyPr>
          <a:p>
            <a:r>
              <a:rPr b="0" lang="en-GB" sz="800" spc="-1" strike="noStrike">
                <a:latin typeface="Arial"/>
              </a:rPr>
              <a:t>7.uv_hash</a:t>
            </a:r>
            <a:endParaRPr b="0" lang="en-GB" sz="800" spc="-1" strike="noStrike">
              <a:latin typeface="Arial"/>
            </a:endParaRPr>
          </a:p>
        </p:txBody>
      </p:sp>
      <p:cxnSp>
        <p:nvCxnSpPr>
          <p:cNvPr id="107" name="Line 22"/>
          <p:cNvCxnSpPr>
            <a:stCxn id="87" idx="2"/>
            <a:endCxn id="88" idx="1"/>
          </p:cNvCxnSpPr>
          <p:nvPr/>
        </p:nvCxnSpPr>
        <p:spPr>
          <a:xfrm>
            <a:off x="720000" y="2340000"/>
            <a:ext cx="3420360" cy="1530360"/>
          </a:xfrm>
          <a:prstGeom prst="straightConnector1">
            <a:avLst/>
          </a:prstGeom>
          <a:ln w="18000">
            <a:solidFill>
              <a:srgbClr val="009bdd"/>
            </a:solidFill>
            <a:round/>
            <a:tailEnd len="med" type="triangle" w="med"/>
          </a:ln>
        </p:spPr>
      </p:cxnSp>
      <p:sp>
        <p:nvSpPr>
          <p:cNvPr id="108" name="TextShape 23"/>
          <p:cNvSpPr txBox="1"/>
          <p:nvPr/>
        </p:nvSpPr>
        <p:spPr>
          <a:xfrm>
            <a:off x="3240000" y="3240000"/>
            <a:ext cx="515880" cy="319320"/>
          </a:xfrm>
          <a:prstGeom prst="rect">
            <a:avLst/>
          </a:prstGeom>
          <a:noFill/>
          <a:ln w="18000">
            <a:noFill/>
          </a:ln>
        </p:spPr>
        <p:txBody>
          <a:bodyPr lIns="90000" rIns="90000" tIns="45000" bIns="45000">
            <a:noAutofit/>
          </a:bodyPr>
          <a:p>
            <a:r>
              <a:rPr b="0" lang="en-GB" sz="800" spc="-1" strike="noStrike">
                <a:latin typeface="Arial"/>
              </a:rPr>
              <a:t>8.hash </a:t>
            </a:r>
            <a:endParaRPr b="0" lang="en-GB" sz="800" spc="-1" strike="noStrike">
              <a:latin typeface="Arial"/>
            </a:endParaRPr>
          </a:p>
          <a:p>
            <a:r>
              <a:rPr b="0" lang="en-GB" sz="800" spc="-1" strike="noStrike">
                <a:latin typeface="Arial"/>
              </a:rPr>
              <a:t>SMS</a:t>
            </a:r>
            <a:endParaRPr b="0" lang="en-GB" sz="800" spc="-1" strike="noStrike">
              <a:latin typeface="Arial"/>
            </a:endParaRPr>
          </a:p>
        </p:txBody>
      </p:sp>
      <p:sp>
        <p:nvSpPr>
          <p:cNvPr id="109" name="Line 24"/>
          <p:cNvSpPr/>
          <p:nvPr/>
        </p:nvSpPr>
        <p:spPr>
          <a:xfrm>
            <a:off x="5580000" y="3420000"/>
            <a:ext cx="360000" cy="0"/>
          </a:xfrm>
          <a:prstGeom prst="line">
            <a:avLst/>
          </a:prstGeom>
          <a:ln w="18000">
            <a:solidFill>
              <a:srgbClr val="009bdd"/>
            </a:solidFill>
            <a:round/>
            <a:tailEnd len="med" type="triangle" w="med"/>
          </a:ln>
        </p:spPr>
        <p:style>
          <a:lnRef idx="0"/>
          <a:fillRef idx="0"/>
          <a:effectRef idx="0"/>
          <a:fontRef idx="minor"/>
        </p:style>
      </p:sp>
      <p:sp>
        <p:nvSpPr>
          <p:cNvPr id="110" name="TextShape 25"/>
          <p:cNvSpPr txBox="1"/>
          <p:nvPr/>
        </p:nvSpPr>
        <p:spPr>
          <a:xfrm>
            <a:off x="5538240" y="3060000"/>
            <a:ext cx="515880" cy="319320"/>
          </a:xfrm>
          <a:prstGeom prst="rect">
            <a:avLst/>
          </a:prstGeom>
          <a:noFill/>
          <a:ln w="18000">
            <a:noFill/>
          </a:ln>
        </p:spPr>
        <p:txBody>
          <a:bodyPr lIns="90000" rIns="90000" tIns="45000" bIns="45000">
            <a:noAutofit/>
          </a:bodyPr>
          <a:p>
            <a:r>
              <a:rPr b="0" lang="en-GB" sz="800" spc="-1" strike="noStrike">
                <a:latin typeface="Arial"/>
              </a:rPr>
              <a:t>9.hash </a:t>
            </a:r>
            <a:endParaRPr b="0" lang="en-GB" sz="800" spc="-1" strike="noStrike">
              <a:latin typeface="Arial"/>
            </a:endParaRPr>
          </a:p>
          <a:p>
            <a:r>
              <a:rPr b="0" lang="en-GB" sz="800" spc="-1" strike="noStrike">
                <a:latin typeface="Arial"/>
              </a:rPr>
              <a:t>SMS</a:t>
            </a:r>
            <a:endParaRPr b="0" lang="en-GB" sz="800" spc="-1" strike="noStrike">
              <a:latin typeface="Arial"/>
            </a:endParaRPr>
          </a:p>
        </p:txBody>
      </p:sp>
      <p:sp>
        <p:nvSpPr>
          <p:cNvPr id="111" name="Line 26"/>
          <p:cNvSpPr/>
          <p:nvPr/>
        </p:nvSpPr>
        <p:spPr>
          <a:xfrm flipV="1">
            <a:off x="6120000" y="2340000"/>
            <a:ext cx="0" cy="900000"/>
          </a:xfrm>
          <a:prstGeom prst="line">
            <a:avLst/>
          </a:prstGeom>
          <a:ln w="18000">
            <a:solidFill>
              <a:srgbClr val="009bdd"/>
            </a:solidFill>
            <a:round/>
            <a:tailEnd len="med" type="triangle" w="med"/>
          </a:ln>
        </p:spPr>
        <p:style>
          <a:lnRef idx="0"/>
          <a:fillRef idx="0"/>
          <a:effectRef idx="0"/>
          <a:fontRef idx="minor"/>
        </p:style>
      </p:sp>
      <p:sp>
        <p:nvSpPr>
          <p:cNvPr id="112" name="TextShape 27"/>
          <p:cNvSpPr txBox="1"/>
          <p:nvPr/>
        </p:nvSpPr>
        <p:spPr>
          <a:xfrm>
            <a:off x="5400000" y="2340000"/>
            <a:ext cx="900000" cy="360000"/>
          </a:xfrm>
          <a:prstGeom prst="rect">
            <a:avLst/>
          </a:prstGeom>
          <a:noFill/>
          <a:ln w="18000">
            <a:noFill/>
          </a:ln>
        </p:spPr>
        <p:txBody>
          <a:bodyPr lIns="90000" rIns="90000" tIns="45000" bIns="45000">
            <a:noAutofit/>
          </a:bodyPr>
          <a:p>
            <a:r>
              <a:rPr b="0" lang="en-GB" sz="800" spc="-1" strike="noStrike">
                <a:latin typeface="Arial"/>
              </a:rPr>
              <a:t>10.validated mobile</a:t>
            </a:r>
            <a:endParaRPr b="0" lang="en-GB" sz="800" spc="-1" strike="noStrike">
              <a:latin typeface="Arial"/>
            </a:endParaRPr>
          </a:p>
        </p:txBody>
      </p:sp>
      <p:sp>
        <p:nvSpPr>
          <p:cNvPr id="113" name="Line 28"/>
          <p:cNvSpPr/>
          <p:nvPr/>
        </p:nvSpPr>
        <p:spPr>
          <a:xfrm>
            <a:off x="7020000" y="2340000"/>
            <a:ext cx="360000" cy="0"/>
          </a:xfrm>
          <a:prstGeom prst="line">
            <a:avLst/>
          </a:prstGeom>
          <a:ln w="18000">
            <a:solidFill>
              <a:srgbClr val="009bdd"/>
            </a:solidFill>
            <a:round/>
            <a:tailEnd len="med" type="triangle" w="med"/>
          </a:ln>
        </p:spPr>
        <p:style>
          <a:lnRef idx="0"/>
          <a:fillRef idx="0"/>
          <a:effectRef idx="0"/>
          <a:fontRef idx="minor"/>
        </p:style>
      </p:sp>
      <p:sp>
        <p:nvSpPr>
          <p:cNvPr id="114" name="TextShape 29"/>
          <p:cNvSpPr txBox="1"/>
          <p:nvPr/>
        </p:nvSpPr>
        <p:spPr>
          <a:xfrm>
            <a:off x="7020000" y="2340000"/>
            <a:ext cx="900000" cy="360000"/>
          </a:xfrm>
          <a:prstGeom prst="rect">
            <a:avLst/>
          </a:prstGeom>
          <a:noFill/>
          <a:ln w="18000">
            <a:noFill/>
          </a:ln>
        </p:spPr>
        <p:txBody>
          <a:bodyPr lIns="90000" rIns="90000" tIns="45000" bIns="45000">
            <a:noAutofit/>
          </a:bodyPr>
          <a:p>
            <a:r>
              <a:rPr b="0" lang="en-GB" sz="800" spc="-1" strike="noStrike">
                <a:latin typeface="Arial"/>
              </a:rPr>
              <a:t>11.validated mobile</a:t>
            </a:r>
            <a:endParaRPr b="0" lang="en-GB" sz="800" spc="-1" strike="noStrike">
              <a:latin typeface="Arial"/>
            </a:endParaRPr>
          </a:p>
        </p:txBody>
      </p:sp>
      <p:sp>
        <p:nvSpPr>
          <p:cNvPr id="115" name="TextShape 30"/>
          <p:cNvSpPr txBox="1"/>
          <p:nvPr/>
        </p:nvSpPr>
        <p:spPr>
          <a:xfrm>
            <a:off x="180000" y="4680000"/>
            <a:ext cx="7322040" cy="346320"/>
          </a:xfrm>
          <a:prstGeom prst="rect">
            <a:avLst/>
          </a:prstGeom>
          <a:noFill/>
          <a:ln w="18000">
            <a:noFill/>
          </a:ln>
        </p:spPr>
        <p:txBody>
          <a:bodyPr lIns="90000" rIns="90000" tIns="45000" bIns="45000">
            <a:noAutofit/>
          </a:bodyPr>
          <a:p>
            <a:r>
              <a:rPr b="0" lang="en-GB" sz="1800" spc="-1" strike="noStrike">
                <a:latin typeface="Arial"/>
              </a:rPr>
              <a:t>Follow the numbers to know the flow of actions for validation of mobile.</a:t>
            </a: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TextShape 1"/>
          <p:cNvSpPr txBox="1"/>
          <p:nvPr/>
        </p:nvSpPr>
        <p:spPr>
          <a:xfrm>
            <a:off x="360000" y="180000"/>
            <a:ext cx="9360000" cy="478080"/>
          </a:xfrm>
          <a:prstGeom prst="rect">
            <a:avLst/>
          </a:prstGeom>
          <a:noFill/>
          <a:ln w="0">
            <a:noFill/>
          </a:ln>
        </p:spPr>
        <p:txBody>
          <a:bodyPr lIns="0" rIns="0" tIns="0" bIns="0" anchor="ctr">
            <a:noAutofit/>
          </a:bodyPr>
          <a:p>
            <a:pPr algn="ctr"/>
            <a:r>
              <a:rPr b="0" lang="en-GB" sz="3300" spc="-1" strike="noStrike">
                <a:solidFill>
                  <a:srgbClr val="ffffff"/>
                </a:solidFill>
                <a:latin typeface="Arial"/>
              </a:rPr>
              <a:t>Concept System Logical Requirements</a:t>
            </a:r>
            <a:endParaRPr b="0" lang="en-GB" sz="3300" spc="-1" strike="noStrike">
              <a:solidFill>
                <a:srgbClr val="ffffff"/>
              </a:solidFill>
              <a:latin typeface="Arial"/>
            </a:endParaRPr>
          </a:p>
        </p:txBody>
      </p:sp>
      <p:sp>
        <p:nvSpPr>
          <p:cNvPr id="117" name="TextShape 2"/>
          <p:cNvSpPr txBox="1"/>
          <p:nvPr/>
        </p:nvSpPr>
        <p:spPr>
          <a:xfrm>
            <a:off x="360000" y="1080000"/>
            <a:ext cx="9360000" cy="3600000"/>
          </a:xfrm>
          <a:prstGeom prst="rect">
            <a:avLst/>
          </a:prstGeom>
          <a:noFill/>
          <a:ln w="0">
            <a:noFill/>
          </a:ln>
        </p:spPr>
        <p:txBody>
          <a:bodyPr lIns="0" rIns="0" tIns="0" bIns="0">
            <a:noAutofit/>
          </a:bodyPr>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CF Hono</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Is Mobile number from user already validated? If already validated as seen from database, send user message that this number is validated, login with correct email. If not validated, then check if length is 10 digits.If not 10 digits, block that IP since 10 digits check implementented in UI and this is an attack. If 10 digits then pass to SMS_Bridge for hash generation.</a:t>
            </a:r>
            <a:endParaRPr b="0" lang="en-GB" sz="21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For mobile numbers not validated within a timeframe, rule might be set but later.</a:t>
            </a:r>
            <a:endParaRPr b="0" lang="en-GB" sz="21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Single email can only provide 1 mobile number for validation. If email sends 1 number and reads hash, retain that unverified hash and mobile for the day if user does not confirm. </a:t>
            </a:r>
            <a:endParaRPr b="0" lang="en-GB" sz="21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LibreOffice/7.0.4.2$Linux_X86_64 LibreOffice_project/00$Build-2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2025-09-29T10:38:52Z</dcterms:created>
  <dc:creator/>
  <dc:description/>
  <dc:language>en-GB</dc:language>
  <cp:lastModifiedBy/>
  <dcterms:modified xsi:type="dcterms:W3CDTF">2025-09-30T17:23:46Z</dcterms:modified>
  <cp:revision>6</cp:revision>
  <dc:subject/>
  <dc:title>Blue Curve</dc:title>
</cp:coreProperties>
</file>